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4093C-2FBD-40DB-CF6C-D37B13545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D9D47-4F41-88D7-628D-C5BE34DF6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5AFE6-D6A7-A3A2-0715-6ED1832A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7D34-EDB1-4CA3-90B4-747AD5C0EF9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2799C-A2DE-E2A9-2E61-567B434A3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0EABF-9F56-517A-6FB2-9639A854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2D9CA-6A66-452A-9D7A-6AC17F99A8D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86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3D3E-CDE5-C4E0-87F0-FE6DDDF5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18C88-ED26-B5A6-E470-14DA41A3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372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85F8E-937D-87CC-E158-C317F2ED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7D34-EDB1-4CA3-90B4-747AD5C0EF9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5B9CC-6173-0757-6B18-ACF73EFD6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018B9-EDF3-AFF3-C999-CB5AABC3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2D9CA-6A66-452A-9D7A-6AC17F99A8D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8525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BF7DE-7E43-3CC4-3728-B0E642557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54BCD-6159-636F-72C9-C7B1A4CF2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9A889-DC65-88AF-DFD0-E4D3F9507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7D34-EDB1-4CA3-90B4-747AD5C0EF9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6AEFD-6464-81BC-F015-DD674EEFC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5D2FE-64AE-BE66-CD65-ADA6ABF7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2D9CA-6A66-452A-9D7A-6AC17F99A8D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9513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8FA68-394C-AC56-9B5D-46CEA7093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4F3D0-4105-5F05-EC6A-827CFB194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1FA0C-E091-CC6D-8EF6-F65CA09E6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6F45A-1B9D-B808-2076-C725A523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7D34-EDB1-4CA3-90B4-747AD5C0EF9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C7899-3148-7999-93CF-9371131A4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BFF29-0522-80D2-DDA3-4B3935042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2D9CA-6A66-452A-9D7A-6AC17F99A8D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254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08E8-1BF3-7A9F-D26B-AFDED5D3F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7BE00-B703-C5AC-0235-88C8C09A5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13E42-19DA-ECC7-8708-47491AAB1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E0C75-C760-F75F-9C98-A062773CDA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53B2B4-6F52-DE32-7A3E-66230985E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F0ABE3-AB24-5F99-093A-088145447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7D34-EDB1-4CA3-90B4-747AD5C0EF9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30D2C3-95A0-EAEA-2289-24586A392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CED69-675B-937C-2A11-662E52D2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2D9CA-6A66-452A-9D7A-6AC17F99A8D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7749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BFC6D-8441-355E-93A9-64F5449C5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1E09A0-C9B8-908D-B2CE-F14ED5226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7D34-EDB1-4CA3-90B4-747AD5C0EF9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B9F04-08A7-ADCA-0BD7-D4E941D45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7F2B4-1682-8478-7C57-FCAB35282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2D9CA-6A66-452A-9D7A-6AC17F99A8D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504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1C2CD1-2129-9322-B3FA-98A1B1BA8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7D34-EDB1-4CA3-90B4-747AD5C0EF9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D25DAC-4A51-99D7-14D4-1A911748B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8F64F-FEF3-7C87-30B0-AB32C5119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2D9CA-6A66-452A-9D7A-6AC17F99A8D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259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FD46-7998-8DCC-AB8F-DA40A18FF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5806D-E882-11C6-C876-537FC93DF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E55C0-58D6-E25A-D9EF-E65057685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90187-E007-9542-6360-2C443BD2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7D34-EDB1-4CA3-90B4-747AD5C0EF9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85229-1B4E-7FF5-CF36-DA6F049D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C14B4-979C-3289-527F-EBB4F352F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2D9CA-6A66-452A-9D7A-6AC17F99A8D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7736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3D1C-8BDB-8EA5-53B4-77BBCF70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88CD8-8543-70D3-2F91-03BDFC6857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A5076-3675-4282-5FBA-642A28FCF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A1711-FA5C-F83B-2F2D-15E71251C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7D34-EDB1-4CA3-90B4-747AD5C0EF9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6496B-5F9E-D7E2-7958-996900616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90B1D-8201-F338-3AF3-6690510B4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2D9CA-6A66-452A-9D7A-6AC17F99A8D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025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550BE-D34E-03CA-6179-75303A8E4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E3903-D136-6E75-D6FA-0BC7D259B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A550D-FA9E-4C6E-F3BB-E53FF9D20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7D34-EDB1-4CA3-90B4-747AD5C0EF9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4D6F8-CFD1-939F-E101-6A1E552E6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CDEF3-92F7-CB0E-592A-1ED2C7FE9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2D9CA-6A66-452A-9D7A-6AC17F99A8D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4841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FB23E2-49F2-10C1-C34A-7AAEA0544D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DC2477-BB73-B00C-F01E-BD1F696FA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A4DC4-935C-1338-EE52-4A1914AB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7D34-EDB1-4CA3-90B4-747AD5C0EF9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54F72-4EAF-5138-AEF9-D988211F2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4A0B5-CF96-4858-20DB-42EC9185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2D9CA-6A66-452A-9D7A-6AC17F99A8D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8241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sites.icmc.usp.br/francisco/index.html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240B01-256B-6900-EC40-CBC692CE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50856-933D-981C-73ED-4D7F848C3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3B154-6426-B7A6-D488-F9C718376B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37D34-EDB1-4CA3-90B4-747AD5C0EF94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88E4D-7582-7321-FDB9-EDFBB7E186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4861E-0947-B6F9-8665-D104ADB06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32D9CA-6A66-452A-9D7A-6AC17F99A8D9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A4D0C2-7B55-10BF-BE7B-A492602169BC}"/>
              </a:ext>
            </a:extLst>
          </p:cNvPr>
          <p:cNvSpPr txBox="1"/>
          <p:nvPr userDrawn="1"/>
        </p:nvSpPr>
        <p:spPr>
          <a:xfrm>
            <a:off x="423863" y="5955396"/>
            <a:ext cx="113442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Based on course “</a:t>
            </a:r>
            <a:r>
              <a:rPr lang="pt-BR" sz="1400" b="1" dirty="0"/>
              <a:t>Fundamentos de Aprendizado de Máquina e Ciência de Dados para Inteligência Artificial”</a:t>
            </a:r>
            <a:r>
              <a:rPr lang="en-US" sz="1400" dirty="0"/>
              <a:t> taught by Professor Francisco Rodrigues (ICMC-USP) between August and September 2026</a:t>
            </a:r>
          </a:p>
          <a:p>
            <a:r>
              <a:rPr lang="en-US" sz="1400" dirty="0"/>
              <a:t>Website: </a:t>
            </a:r>
            <a:r>
              <a:rPr lang="pt-BR" sz="1400" dirty="0">
                <a:hlinkClick r:id="rId13"/>
              </a:rPr>
              <a:t>https://sites.icmc.usp.br/francisco/index.html</a:t>
            </a:r>
            <a:r>
              <a:rPr lang="pt-BR" sz="1400" dirty="0"/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16234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FF2B-6537-20E4-DEEC-1D4397410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116262"/>
          </a:xfrm>
        </p:spPr>
        <p:txBody>
          <a:bodyPr>
            <a:normAutofit fontScale="90000"/>
          </a:bodyPr>
          <a:lstStyle/>
          <a:p>
            <a:r>
              <a:rPr lang="en-US" b="1" noProof="0" dirty="0">
                <a:solidFill>
                  <a:schemeClr val="accent6"/>
                </a:solidFill>
              </a:rPr>
              <a:t>Data Science Fundamentals for Machine Learning and Artificial Intelligence</a:t>
            </a:r>
            <a:br>
              <a:rPr lang="en-US" b="1" noProof="0" dirty="0"/>
            </a:br>
            <a:r>
              <a:rPr lang="en-US" sz="4400" i="1" noProof="0" dirty="0"/>
              <a:t>An annotated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8CB59-E9A2-99A7-FCB5-21EFC0F5B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1925" y="4706938"/>
            <a:ext cx="4248150" cy="887487"/>
          </a:xfrm>
        </p:spPr>
        <p:txBody>
          <a:bodyPr wrap="square">
            <a:spAutoFit/>
          </a:bodyPr>
          <a:lstStyle/>
          <a:p>
            <a:r>
              <a:rPr lang="en-US" noProof="0" dirty="0"/>
              <a:t>Dickson Souza (@disouzam)</a:t>
            </a:r>
          </a:p>
          <a:p>
            <a:r>
              <a:rPr lang="en-US" dirty="0"/>
              <a:t>2026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1522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7351D-0A92-1460-C7FA-009259347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E4CB65E-D5CE-7E57-6695-680BC5AA42E2}"/>
              </a:ext>
            </a:extLst>
          </p:cNvPr>
          <p:cNvSpPr/>
          <p:nvPr/>
        </p:nvSpPr>
        <p:spPr>
          <a:xfrm>
            <a:off x="6096000" y="552449"/>
            <a:ext cx="3240000" cy="324000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0E1CE3-6816-B7D0-46F2-08C512465382}"/>
              </a:ext>
            </a:extLst>
          </p:cNvPr>
          <p:cNvSpPr/>
          <p:nvPr/>
        </p:nvSpPr>
        <p:spPr>
          <a:xfrm>
            <a:off x="8420102" y="552449"/>
            <a:ext cx="3240000" cy="3240000"/>
          </a:xfrm>
          <a:prstGeom prst="ellipse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B34D68-BF94-E91C-B357-B002C940B72C}"/>
              </a:ext>
            </a:extLst>
          </p:cNvPr>
          <p:cNvSpPr/>
          <p:nvPr/>
        </p:nvSpPr>
        <p:spPr>
          <a:xfrm>
            <a:off x="7258051" y="2392362"/>
            <a:ext cx="3240000" cy="3240000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3D19E1-16E6-B02F-4C6A-8FD5694EB921}"/>
              </a:ext>
            </a:extLst>
          </p:cNvPr>
          <p:cNvSpPr txBox="1"/>
          <p:nvPr/>
        </p:nvSpPr>
        <p:spPr>
          <a:xfrm>
            <a:off x="6191251" y="1783539"/>
            <a:ext cx="2133600" cy="36933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dirty="0"/>
              <a:t>Computer Science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B23571-75F7-449F-5FC1-E2977D71B9A2}"/>
              </a:ext>
            </a:extLst>
          </p:cNvPr>
          <p:cNvSpPr txBox="1"/>
          <p:nvPr/>
        </p:nvSpPr>
        <p:spPr>
          <a:xfrm>
            <a:off x="6982951" y="2949467"/>
            <a:ext cx="2133600" cy="64633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dirty="0"/>
              <a:t>Software Engineering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77F252-FB4A-EECB-62A1-694E10C40532}"/>
              </a:ext>
            </a:extLst>
          </p:cNvPr>
          <p:cNvSpPr txBox="1"/>
          <p:nvPr/>
        </p:nvSpPr>
        <p:spPr>
          <a:xfrm>
            <a:off x="8184603" y="1493002"/>
            <a:ext cx="1408949" cy="64633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dirty="0"/>
              <a:t>Machine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F399F7-AAD1-5215-7ED7-2664589654D3}"/>
              </a:ext>
            </a:extLst>
          </p:cNvPr>
          <p:cNvSpPr txBox="1"/>
          <p:nvPr/>
        </p:nvSpPr>
        <p:spPr>
          <a:xfrm>
            <a:off x="9431251" y="1825344"/>
            <a:ext cx="2133600" cy="36933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dirty="0"/>
              <a:t>Math and Stats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C5B530-A5BC-8A22-A3A0-5AC585019D27}"/>
              </a:ext>
            </a:extLst>
          </p:cNvPr>
          <p:cNvSpPr txBox="1"/>
          <p:nvPr/>
        </p:nvSpPr>
        <p:spPr>
          <a:xfrm>
            <a:off x="8611352" y="3073910"/>
            <a:ext cx="2133600" cy="36933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dirty="0"/>
              <a:t>Data Analysis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F25A51-BD9F-3744-9AA6-117E10063AE3}"/>
              </a:ext>
            </a:extLst>
          </p:cNvPr>
          <p:cNvSpPr txBox="1"/>
          <p:nvPr/>
        </p:nvSpPr>
        <p:spPr>
          <a:xfrm>
            <a:off x="7811251" y="4170957"/>
            <a:ext cx="2133600" cy="64633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dirty="0"/>
              <a:t>Project Management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43E0CA-F2E6-32BA-BB28-114F7E0FE877}"/>
              </a:ext>
            </a:extLst>
          </p:cNvPr>
          <p:cNvSpPr txBox="1"/>
          <p:nvPr/>
        </p:nvSpPr>
        <p:spPr>
          <a:xfrm>
            <a:off x="8173201" y="2418403"/>
            <a:ext cx="1447799" cy="64633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dirty="0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773299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35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Data Science Fundamentals for Machine Learning and Artificial Intelligence An annotated summary</vt:lpstr>
      <vt:lpstr>Definitions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Dickson A de Souza</dc:creator>
  <cp:lastModifiedBy>Dickson A de Souza</cp:lastModifiedBy>
  <cp:revision>13</cp:revision>
  <dcterms:created xsi:type="dcterms:W3CDTF">2026-09-24T00:17:36Z</dcterms:created>
  <dcterms:modified xsi:type="dcterms:W3CDTF">2026-09-24T00:40:27Z</dcterms:modified>
</cp:coreProperties>
</file>